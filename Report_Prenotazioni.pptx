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Analisi Prenotazioni Ristorante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Report statistico delle prenotazioni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212529"/>
                </a:solidFill>
              </a:defRPr>
            </a:pPr>
            <a:r>
              <a:t>Occupazione Media per Fascia Oraria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fico_occupazione_or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254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Percentuale media di tavoli occupati durante le diverse fasce orarie di servizio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212529"/>
                </a:solidFill>
              </a:defRPr>
            </a:pPr>
            <a:r>
              <a:t>Prenotazioni per Giorno della Settimana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fico_giorni_settim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1166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Distribuzione delle prenotazioni nei diversi giorni della settimana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212529"/>
                </a:solidFill>
              </a:defRPr>
            </a:pPr>
            <a:r>
              <a:t>Tendenze Prenotazioni - Ultimi 3 Mesi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fico_tendenze_3_me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36442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Andamento settimanale delle prenotazioni con linea di tendenza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Conclusioni 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F0F8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Fasce orarie di punta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Le ore 20:00-22:00 mostrano la massima occupazione. Considerare personale extra in questi orari.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8229600" cy="1280160"/>
          </a:xfrm>
          <a:prstGeom prst="roundRect">
            <a:avLst/>
          </a:prstGeom>
          <a:solidFill>
            <a:srgbClr val="F0F8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Giorni più richiesti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Il weekend (Venerdì-Sabato) registra il picco di prenotazioni. Ottimizzare la gestione tavoli.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8229600" cy="1280160"/>
          </a:xfrm>
          <a:prstGeom prst="roundRect">
            <a:avLst/>
          </a:prstGeom>
          <a:solidFill>
            <a:srgbClr val="F0F8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Trend positivo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L'andamento degli ultimi 3 mesi mostra una crescita costante delle prenotazioni.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